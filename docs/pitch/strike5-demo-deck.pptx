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3108960"/>
          </a:xfrm>
          <a:prstGeom prst="arc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5120640"/>
            <a:ext cx="4754880" cy="3108960"/>
          </a:xfrm>
          <a:prstGeom prst="arc">
            <a:avLst/>
          </a:prstGeom>
          <a:solidFill>
            <a:srgbClr val="53D99A">
              <a:alpha val="10000"/>
            </a:srgbClr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pic>
        <p:nvPicPr>
          <p:cNvPr id="5" name="Image 0" descr="/Users/dudu/Projects/Internship_Program/deepbook/Strike5/public/strike5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84048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429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</a:t>
            </a:r>
            <a:endParaRPr lang="en-US" sz="1800" dirty="0"/>
          </a:p>
        </p:txBody>
      </p:sp>
      <p:pic>
        <p:nvPicPr>
          <p:cNvPr id="7" name="Image 1" descr="/Users/dudu/Projects/Internship_Program/deepbook/Strike5/public/strike5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07008"/>
            <a:ext cx="1078992" cy="1481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117043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1938528" y="1938528"/>
            <a:ext cx="5852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9CB7CA"/>
                </a:solidFill>
              </a:rPr>
              <a:t>A short-cycle BTC prediction arena powered by DeepBook Predict on Sui.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40080" y="3127248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3127248"/>
            <a:ext cx="4114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41248" y="332841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Real Predict positions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41248" y="3749040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Orders are priced, minted, redeemed, and settled through DeepBook Predict on Sui testnet.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70832" y="3127248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70832" y="3127248"/>
            <a:ext cx="41148" cy="1234440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332841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Continuous arena loop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72000" y="3749040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Users can track live PnL, cash out early, or hold to oracle settlement.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01584" y="3127248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01584" y="3127248"/>
            <a:ext cx="41148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02752" y="332841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Social trading layer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8302752" y="3749040"/>
            <a:ext cx="29992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Streaks, opt-in rankings, and verified posts turn one-off predictions into repeat behavior.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548640" y="6355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01 / Product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7955280" y="6355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Powered by DeepBook Predict on Sui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3108960"/>
          </a:xfrm>
          <a:prstGeom prst="arc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5120640"/>
            <a:ext cx="4754880" cy="3108960"/>
          </a:xfrm>
          <a:prstGeom prst="arc">
            <a:avLst/>
          </a:prstGeom>
          <a:solidFill>
            <a:srgbClr val="53D99A">
              <a:alpha val="10000"/>
            </a:srgbClr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pic>
        <p:nvPicPr>
          <p:cNvPr id="5" name="Image 0" descr="/Users/dudu/Projects/Internship_Program/deepbook/Strike5/public/strike5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84048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429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 need more than event boards.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66928" y="16642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Most prediction apps are slow to settle, fragmented in liquidity, and thin in repeat user behavior.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487168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487168"/>
            <a:ext cx="41148" cy="1417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Shallow product loop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3108960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Users make a pick, wait for settlement, and leave.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07408" y="2487168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7408" y="2487168"/>
            <a:ext cx="41148" cy="14173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8576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Weak liquidity story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08576" y="3108960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Order books and isolated markets make it hard to guarantee a smooth trade.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74736" y="2487168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74736" y="2487168"/>
            <a:ext cx="41148" cy="1417320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75904" y="26883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Limited composability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75904" y="3108960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Social mechanics often sit off-chain and do not map back to real position state.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97280" y="4892040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9FF"/>
                </a:solidFill>
              </a:rPr>
              <a:t>Strike5 focuses on the missing product layer: fast user interaction on top of real protocol liquidity.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02 / Market Gap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955280" y="6355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Powered by DeepBook Predict on Sui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3108960"/>
          </a:xfrm>
          <a:prstGeom prst="arc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5120640"/>
            <a:ext cx="4754880" cy="3108960"/>
          </a:xfrm>
          <a:prstGeom prst="arc">
            <a:avLst/>
          </a:prstGeom>
          <a:solidFill>
            <a:srgbClr val="53D99A">
              <a:alpha val="10000"/>
            </a:srgbClr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pic>
        <p:nvPicPr>
          <p:cNvPr id="5" name="Image 0" descr="/Users/dudu/Projects/Internship_Program/deepbook/Strike5/public/strike5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84048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429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trading loop users can repeat.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66928" y="16642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Every interaction starts with a real Predict quote and ends in position-aware arena state.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58368" y="239572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395728"/>
            <a:ext cx="41148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" y="259689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1. Connect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59536" y="301752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Sui wallet + PredictManager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68496" y="27797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-&gt;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25696" y="239572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25696" y="2395728"/>
            <a:ext cx="41148" cy="1143000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26864" y="259689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2. Choose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626864" y="301752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Above, Below, or Range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35824" y="2779776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-&gt;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93024" y="2395728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193024" y="2395728"/>
            <a:ext cx="41148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94192" y="2596896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3. Quote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394192" y="3017520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Cost, payout, live redeem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58368" y="4096512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4096512"/>
            <a:ext cx="41148" cy="1143000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" y="429768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4. Sign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59536" y="4718304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Sui transaction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968496" y="44805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-&gt;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425696" y="4096512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25696" y="4096512"/>
            <a:ext cx="41148" cy="11430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26864" y="429768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5. Manage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4626864" y="4718304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PnL, cash out, settlement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7735824" y="4480560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-&gt;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93024" y="4096512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93024" y="4096512"/>
            <a:ext cx="41148" cy="1143000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94192" y="429768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6. Compete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394192" y="4718304"/>
            <a:ext cx="28620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Streak, feed, leaderboard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48640" y="6355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03 / Product Loop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955280" y="6355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Powered by DeepBook Predict on Sui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3108960"/>
          </a:xfrm>
          <a:prstGeom prst="arc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5120640"/>
            <a:ext cx="4754880" cy="3108960"/>
          </a:xfrm>
          <a:prstGeom prst="arc">
            <a:avLst/>
          </a:prstGeom>
          <a:solidFill>
            <a:srgbClr val="53D99A">
              <a:alpha val="10000"/>
            </a:srgbClr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pic>
        <p:nvPicPr>
          <p:cNvPr id="5" name="Image 0" descr="/Users/dudu/Projects/Internship_Program/deepbook/Strike5/public/strike5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84048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429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 sits above DeepBook Predict.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66928" y="16642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The product layer stays lightweight while pricing, settlement, and liquidity remain protocol-native.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761488"/>
            <a:ext cx="2011680" cy="621792"/>
          </a:xfrm>
          <a:prstGeom prst="roundRect">
            <a:avLst>
              <a:gd name="adj" fmla="val 11765"/>
            </a:avLst>
          </a:prstGeom>
          <a:solidFill>
            <a:srgbClr val="0B2233">
              <a:alpha val="96000"/>
            </a:srgbClr>
          </a:solidFill>
          <a:ln w="15240">
            <a:solidFill>
              <a:srgbClr val="2353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1248" y="2935224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9FF"/>
                </a:solidFill>
              </a:rPr>
              <a:t>Sui Wallet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2761488"/>
            <a:ext cx="2194560" cy="621792"/>
          </a:xfrm>
          <a:prstGeom prst="roundRect">
            <a:avLst>
              <a:gd name="adj" fmla="val 11765"/>
            </a:avLst>
          </a:prstGeom>
          <a:solidFill>
            <a:srgbClr val="0B2233">
              <a:alpha val="96000"/>
            </a:srgbClr>
          </a:solidFill>
          <a:ln w="15240">
            <a:solidFill>
              <a:srgbClr val="23536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10128" y="293522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9FF"/>
                </a:solidFill>
              </a:rPr>
              <a:t>Strike5 App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870448" y="2761488"/>
            <a:ext cx="2423160" cy="621792"/>
          </a:xfrm>
          <a:prstGeom prst="roundRect">
            <a:avLst>
              <a:gd name="adj" fmla="val 11765"/>
            </a:avLst>
          </a:prstGeom>
          <a:solidFill>
            <a:srgbClr val="12364D">
              <a:alpha val="96000"/>
            </a:srgbClr>
          </a:solidFill>
          <a:ln w="1524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293522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9FF"/>
                </a:solidFill>
              </a:rPr>
              <a:t>DeepBook Predict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915400" y="196596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0B2233">
              <a:alpha val="96000"/>
            </a:srgbClr>
          </a:solidFill>
          <a:ln w="15240">
            <a:solidFill>
              <a:srgbClr val="2353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25128" y="213969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9FF"/>
                </a:solidFill>
              </a:rPr>
              <a:t>OracleSVI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15400" y="306324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0B2233">
              <a:alpha val="96000"/>
            </a:srgbClr>
          </a:solidFill>
          <a:ln w="15240">
            <a:solidFill>
              <a:srgbClr val="2353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025128" y="323697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9FF"/>
                </a:solidFill>
              </a:rPr>
              <a:t>PredictManager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915400" y="4160520"/>
            <a:ext cx="2286000" cy="621792"/>
          </a:xfrm>
          <a:prstGeom prst="roundRect">
            <a:avLst>
              <a:gd name="adj" fmla="val 11765"/>
            </a:avLst>
          </a:prstGeom>
          <a:solidFill>
            <a:srgbClr val="0B2233">
              <a:alpha val="96000"/>
            </a:srgbClr>
          </a:solidFill>
          <a:ln w="15240">
            <a:solidFill>
              <a:srgbClr val="23536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25128" y="433425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9FF"/>
                </a:solidFill>
              </a:rPr>
              <a:t>Vault / PLP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2788920" y="3072384"/>
            <a:ext cx="36576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440680" y="3072384"/>
            <a:ext cx="384048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8321040" y="3072384"/>
            <a:ext cx="502920" cy="-786384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321040" y="3072384"/>
            <a:ext cx="502920" cy="292608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8321040" y="3072384"/>
            <a:ext cx="502920" cy="137160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731520" y="5074920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" y="5074920"/>
            <a:ext cx="41148" cy="658368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2688" y="5276088"/>
            <a:ext cx="10085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Data truth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32688" y="5696712"/>
            <a:ext cx="1008583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The UI reconciles indexed position data, oracle state, transaction results, and local pending state before rendering user-facing arena stats.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48640" y="6355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04 / Architecture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955280" y="6355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Powered by DeepBook Predict on Sui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3108960"/>
          </a:xfrm>
          <a:prstGeom prst="arc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5120640"/>
            <a:ext cx="4754880" cy="3108960"/>
          </a:xfrm>
          <a:prstGeom prst="arc">
            <a:avLst/>
          </a:prstGeom>
          <a:solidFill>
            <a:srgbClr val="53D99A">
              <a:alpha val="10000"/>
            </a:srgbClr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pic>
        <p:nvPicPr>
          <p:cNvPr id="5" name="Image 0" descr="/Users/dudu/Projects/Internship_Program/deepbook/Strike5/public/strike5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84048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429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live app proves.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66928" y="16642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The demo should show the protocol path first, then the arena loop.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2402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240280"/>
            <a:ext cx="41148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24414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Trading page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41248" y="2862072"/>
            <a:ext cx="2999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Oracle spot, active round, BTC chart, liquidity, wallet state, and quote preview.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07408" y="22402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07408" y="2240280"/>
            <a:ext cx="41148" cy="1371600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08576" y="24414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Position lifecycle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08576" y="2862072"/>
            <a:ext cx="2999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Open position, live PnL, early cash-out, settlement, and redeem state.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74736" y="224028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74736" y="2240280"/>
            <a:ext cx="41148" cy="13716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75904" y="2441448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Community loop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75904" y="2862072"/>
            <a:ext cx="2999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Streak combo, opt-in leaderboard, verified feed, and sealed calls.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960120" y="48920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9FF"/>
                </a:solidFill>
              </a:rPr>
              <a:t>Narrative rule: first prove the trade is real, then show why users come back.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05 / Live Demo Cues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955280" y="6355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Powered by DeepBook Predict on Sui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826"/>
          </a:solidFill>
          <a:ln w="12700">
            <a:solidFill>
              <a:srgbClr val="07182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4754880" cy="3108960"/>
          </a:xfrm>
          <a:prstGeom prst="arc">
            <a:avLst/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5120640"/>
            <a:ext cx="4754880" cy="3108960"/>
          </a:xfrm>
          <a:prstGeom prst="arc">
            <a:avLst/>
          </a:prstGeom>
          <a:solidFill>
            <a:srgbClr val="53D99A">
              <a:alpha val="10000"/>
            </a:srgbClr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pic>
        <p:nvPicPr>
          <p:cNvPr id="5" name="Image 0" descr="/Users/dudu/Projects/Internship_Program/deepbook/Strike5/public/strike5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384048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4297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Strike5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0058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consumer loop for protocol liquidity.</a:t>
            </a:r>
            <a:endParaRPr lang="en-US" sz="2900" dirty="0"/>
          </a:p>
        </p:txBody>
      </p:sp>
      <p:sp>
        <p:nvSpPr>
          <p:cNvPr id="8" name="Text 5"/>
          <p:cNvSpPr/>
          <p:nvPr/>
        </p:nvSpPr>
        <p:spPr>
          <a:xfrm>
            <a:off x="566928" y="1664208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CB7CA"/>
                </a:solidFill>
              </a:rPr>
              <a:t>Strike5 converts DeepBook Predict infrastructure into repeatable user behavior.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" y="2359152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359152"/>
            <a:ext cx="41148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25603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For users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980944"/>
            <a:ext cx="2862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Fixed-risk BTC predictions with fast feedback and a clear position lifecycle.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462272" y="2359152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2359152"/>
            <a:ext cx="41148" cy="1280160"/>
          </a:xfrm>
          <a:prstGeom prst="rect">
            <a:avLst/>
          </a:prstGeom>
          <a:solidFill>
            <a:srgbClr val="53D99A"/>
          </a:solidFill>
          <a:ln w="12700">
            <a:solidFill>
              <a:srgbClr val="53D99A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25603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For DeepBook Predict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2980944"/>
            <a:ext cx="2862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More PredictManager activity, more dUSDC usage, and more vault-facing trade flow.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11312" y="2359152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0B2233">
              <a:alpha val="94000"/>
            </a:srgbClr>
          </a:solidFill>
          <a:ln w="12700">
            <a:solidFill>
              <a:srgbClr val="23536F">
                <a:alpha val="75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11312" y="2359152"/>
            <a:ext cx="41148" cy="12801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0" y="2560320"/>
            <a:ext cx="2862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9FF"/>
                </a:solidFill>
              </a:rPr>
              <a:t>For Sui DeFi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412480" y="2980944"/>
            <a:ext cx="2862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CB7CA"/>
                </a:solidFill>
              </a:rPr>
              <a:t>A composable product surface around real oracle, vault, and wallet primitives.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05840" y="4736592"/>
            <a:ext cx="10149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4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liquidity. Real settlement. Repeatable arena behavior.</a:t>
            </a:r>
            <a:endParaRPr lang="en-US" sz="25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06 / Why It Matters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955280" y="63550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B7CA"/>
                </a:solidFill>
              </a:rPr>
              <a:t>Powered by DeepBook Predict on Sui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Strike5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Strike5</dc:title>
  <dc:subject>Strike5 product demo deck</dc:subject>
  <dc:creator>Strike5</dc:creator>
  <cp:lastModifiedBy>Strike5</cp:lastModifiedBy>
  <cp:revision>1</cp:revision>
  <dcterms:created xsi:type="dcterms:W3CDTF">2026-06-19T11:40:30Z</dcterms:created>
  <dcterms:modified xsi:type="dcterms:W3CDTF">2026-06-19T11:40:30Z</dcterms:modified>
</cp:coreProperties>
</file>